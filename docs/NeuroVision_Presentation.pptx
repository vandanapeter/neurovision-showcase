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2560320"/>
            <a:ext cx="3657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6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</a:rPr>
              <a:t>NeuroVision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spcAft>
                <a:spcPts val="400"/>
              </a:spcAft>
            </a:pPr>
            <a:r>
              <a:rPr sz="2200">
                <a:solidFill>
                  <a:srgbClr val="D6E4F0"/>
                </a:solidFill>
              </a:rPr>
              <a:t>Real-Time CCTV Anomaly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D6E4F0"/>
                </a:solidFill>
              </a:rPr>
              <a:t>Using Deep Learning &amp; 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Team Members:  [Your Names Here]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Guide:  [Guide Name &amp; Designation]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Department of Computer Science &amp; Engineering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[Your College/University Name]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Academic Year 2025–2026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Contents</a:t>
            </a:r>
          </a:p>
          <a:p>
            <a:r>
              <a:rPr sz="1300" i="1">
                <a:solidFill>
                  <a:srgbClr val="D6E4F0"/>
                </a:solidFill>
              </a:rPr>
              <a:t>Overview of the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2/17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1.   Title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2.   Contents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3.   Abstract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4.   Introduction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5.   Literature Survey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6.   Existing System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7.   Problems with Existing System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8.   Problem Definition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9.   Proposed System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10.  Requirements (Hardware &amp; Software)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11.  Architecture of Proposed System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12.  Modules in Proposed System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13.  Implementation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14.  Results &amp; Discussion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15.  Conclusion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16.  Future Scope</a:t>
            </a:r>
          </a:p>
          <a:p>
            <a:pPr>
              <a:lnSpc>
                <a:spcPts val="1890"/>
              </a:lnSpc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17. 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Abstract</a:t>
            </a:r>
          </a:p>
          <a:p>
            <a:r>
              <a:rPr sz="1300" i="1">
                <a:solidFill>
                  <a:srgbClr val="D6E4F0"/>
                </a:solidFill>
              </a:rPr>
              <a:t>A Brief Summary of Project Goals and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3/17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NeuroVision is an intelligent, real-time CCTV anomaly detection system that leverages deep learning and computer vision to automatically identify suspicious and unusual activities in surveillance video feeds.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The system employs YOLOv8 for person detection, a SORT-based multi-object tracker with Kalman Filtering, and a hybrid anomaly detection engine combining rule-based thresholds with trainable ML models (Isolation Forest &amp; One-Class SVM).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Key Outcomes: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▸  Detects 20+ anomaly types: loitering, running, crowd formation, violence, theft, panic, abandoned objects, and more.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▸  Supports real-time processing via webcam, RTSP, and HTTP streams at 5–30 FPS.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▸  Provides an interactive Streamlit dashboard with zone configuration, alert management, event logging, and trajectory visualization.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▸  Achieves 90–95% detection accuracy depending on model variant 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Introduction</a:t>
            </a:r>
          </a:p>
          <a:p>
            <a:r>
              <a:rPr sz="1300" i="1">
                <a:solidFill>
                  <a:srgbClr val="D6E4F0"/>
                </a:solidFill>
              </a:rPr>
              <a:t>Background Information on the Project Topic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4/17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Surveillance &amp; Security Challenges: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Over 1 billion CCTV cameras are deployed globally, generating massive volumes of video data that human operators cannot effectively monitor 24/7.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Manual monitoring leads to fatigue, missed events, and delayed responses to critical security incidents.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The Role of AI in Video Surveillance: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Deep learning has revolutionized computer vision — enabling real-time object detection, tracking, and behavior analysis from video streams.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Models like YOLO (You Only Look Once) achieve state-of-the-art accuracy with real-time performance, making automated surveillance practical.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Project Motivation: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There is a growing need for intelligent systems that can automatically detect unusual activities — loitering, violence, theft, crowd panic — and alert security personnel in real time.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NeuroVision addresses this need by combining YOLOv8 detection, SORT tracking, and a multi-layered anomaly detection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Literature Survey</a:t>
            </a:r>
          </a:p>
          <a:p>
            <a:r>
              <a:rPr sz="1300" i="1">
                <a:solidFill>
                  <a:srgbClr val="D6E4F0"/>
                </a:solidFill>
              </a:rPr>
              <a:t>Summary of Existing Research and Similar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5/17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1A73E8"/>
                </a:solidFill>
              </a:rPr>
              <a:t>1. YOLOv8 (Ultralytics, 2023)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State-of-the-art real-time object detection.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Multiple model sizes (nano to xlarge).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Supports detection, segmentation, and pose.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931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1A73E8"/>
                </a:solidFill>
              </a:rPr>
              <a:t>2. SORT Algorithm (Bewley et al., 2016)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Simple Online and Realtime Tracking.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Uses Kalman Filter + Hungarian Algorithm.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Efficient multi-object tracking framework.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0360"/>
            <a:ext cx="3931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0D8A4E"/>
                </a:solidFill>
              </a:rPr>
              <a:t>3. Anomaly Detection in Surveillance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UCSD Ped2 &amp; CUHK Avenue datasets widely used.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Autoencoders, GANs, CNN-LSTM approaches.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Rule-based + ML hybrid methods emerging.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880360"/>
            <a:ext cx="3931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0D8A4E"/>
                </a:solidFill>
              </a:rPr>
              <a:t>4. Isolation Forest (Liu et al., 2008)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Unsupervised anomaly detection algorithm.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Isolates anomalies by random partitioning.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Effective for high-dimensional feature spaces.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3931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E86C00"/>
                </a:solidFill>
              </a:rPr>
              <a:t>5. Pose Estimation for Violence Detection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YOLOv8-pose extracts body keypoints.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Limb velocity analysis detects aggression.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Real-time capable on modern GPUs.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389120"/>
            <a:ext cx="3931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E86C00"/>
                </a:solidFill>
              </a:rPr>
              <a:t>6. Zone-Based Spatial Analysis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Shapely library for polygon operations.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Restricted zone, directional, exit monitoring.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Geo-fencing applied to video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Existing System</a:t>
            </a:r>
          </a:p>
          <a:p>
            <a:r>
              <a:rPr sz="1300" i="1">
                <a:solidFill>
                  <a:srgbClr val="D6E4F0"/>
                </a:solidFill>
              </a:rPr>
              <a:t>Description of Current Methods and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6/17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1. Manual CCTV Monitoring: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Security guards manually watch multiple camera feeds simultaneously.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Relies entirely on human attention and vigilance.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2. Motion Detection Systems: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Basic frame differencing or background subtraction techniques.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Trigger alerts on any detected motion — high false positive rate.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3. Simple Rule-Based Systems: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Pre-defined rules for basic scenarios (e.g., tripwire crossing).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Cannot adapt to complex or novel anomaly patterns.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4. Cloud-Based Video Analytics (Commercial):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Expensive proprietary solutions (e.g., Briefcam, Avigilon).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Require constant internet connectivity and cloud processing.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Privacy concerns with uploading surveillance data to third-party servers.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Problems with Existing System</a:t>
            </a:r>
          </a:p>
          <a:p>
            <a:r>
              <a:rPr sz="1300" i="1">
                <a:solidFill>
                  <a:srgbClr val="D6E4F0"/>
                </a:solidFill>
              </a:rPr>
              <a:t>Gaps and Issues in Current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7/17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Human Fatigue &amp; Error:</a:t>
            </a:r>
            <a:r>
              <a:rPr sz="1200">
                <a:solidFill>
                  <a:srgbClr val="333333"/>
                </a:solidFill>
              </a:rPr>
              <a:t>  Operators lose concentration after 20 minutes of continuous monitoring, leading to missed critical events.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High False Positive Rates:</a:t>
            </a:r>
            <a:r>
              <a:rPr sz="1200">
                <a:solidFill>
                  <a:srgbClr val="333333"/>
                </a:solidFill>
              </a:rPr>
              <a:t>  Motion-based systems cannot differentiate between normal movement and suspicious behavior, generating excessive false alarms.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Limited Anomaly Coverage:</a:t>
            </a:r>
            <a:r>
              <a:rPr sz="1200">
                <a:solidFill>
                  <a:srgbClr val="333333"/>
                </a:solidFill>
              </a:rPr>
              <a:t>  Existing systems detect only 2–3 basic scenarios. Complex behaviors like following, panic, or theft go undetected.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No Behavioral Context:</a:t>
            </a:r>
            <a:r>
              <a:rPr sz="1200">
                <a:solidFill>
                  <a:srgbClr val="333333"/>
                </a:solidFill>
              </a:rPr>
              <a:t>  Traditional systems lack understanding of movement patterns, trajectories, and multi-person interactions.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Scalability Issues:</a:t>
            </a:r>
            <a:r>
              <a:rPr sz="1200">
                <a:solidFill>
                  <a:srgbClr val="333333"/>
                </a:solidFill>
              </a:rPr>
              <a:t>  Manual monitoring does not scale — each additional camera requires more human operators and infrastructure.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Cost Barriers:</a:t>
            </a:r>
            <a:r>
              <a:rPr sz="1200">
                <a:solidFill>
                  <a:srgbClr val="333333"/>
                </a:solidFill>
              </a:rPr>
              <a:t>  Commercial AI-powered solutions are expensive and not accessible to small businesses, educational institutions, or public spaces.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Problem Definition</a:t>
            </a:r>
          </a:p>
          <a:p>
            <a:r>
              <a:rPr sz="1300" i="1">
                <a:solidFill>
                  <a:srgbClr val="D6E4F0"/>
                </a:solidFill>
              </a:rPr>
              <a:t>A Clear Statement of the Problem Being 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8/17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7680960" cy="1828800"/>
          </a:xfrm>
          <a:prstGeom prst="roundRect">
            <a:avLst/>
          </a:prstGeom>
          <a:solidFill>
            <a:srgbClr val="FDF0E0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400" i="1">
                <a:solidFill>
                  <a:srgbClr val="333333"/>
                </a:solidFill>
              </a:rPr>
              <a:t>"How can we build an affordable, intelligent, and real-time anomaly detection system that automatically identifies 20+ types of suspicious activities in CCTV footage — including loitering, violence, theft, crowd panic, and zone violations — without requiring constant human monitoring?"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Objectives: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Detect persons in real-time using state-of-the-art deep learning (YOLOv8).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Track individuals across frames with persistent identity (SORT + Kalman Filter).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Analyze motion patterns, trajectories, and multi-person interactions.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Classify 20+ anomaly types using hybrid rule-based and ML-based detection.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Support live streams (webcam, RTSP) and provide instant alerts (email, webhooks).</a:t>
            </a:r>
          </a:p>
          <a:p>
            <a:pPr>
              <a:lnSpc>
                <a:spcPts val="162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Deliver an interactive web dashboard for configuration, visualization, and logging.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Proposed System</a:t>
            </a:r>
          </a:p>
          <a:p>
            <a:r>
              <a:rPr sz="1300" i="1">
                <a:solidFill>
                  <a:srgbClr val="D6E4F0"/>
                </a:solidFill>
              </a:rPr>
              <a:t>Our Solution and How It Addresses the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9/17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NeuroVision</a:t>
            </a:r>
            <a:r>
              <a:rPr sz="1200">
                <a:solidFill>
                  <a:srgbClr val="333333"/>
                </a:solidFill>
              </a:rPr>
              <a:t> is an end-to-end, real-time CCTV anomaly detection system that combines: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YOLOv8 Person Detection</a:t>
            </a:r>
            <a:r>
              <a:rPr sz="1200">
                <a:solidFill>
                  <a:srgbClr val="333333"/>
                </a:solidFill>
              </a:rPr>
              <a:t> — State-of-the-art object detection with 5 model variants (nano to xlarge) for speed vs accuracy trade-off.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SORT Multi-Object Tracking</a:t>
            </a:r>
            <a:r>
              <a:rPr sz="1200">
                <a:solidFill>
                  <a:srgbClr val="333333"/>
                </a:solidFill>
              </a:rPr>
              <a:t> — Kalman Filter prediction + Hungarian Algorithm matching for persistent identity tracking across frames.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Hybrid Anomaly Detection Engine</a:t>
            </a:r>
            <a:r>
              <a:rPr sz="1200">
                <a:solidFill>
                  <a:srgbClr val="333333"/>
                </a:solidFill>
              </a:rPr>
              <a:t> — Rule-based thresholds for known patterns + trainable ML models (Isolation Forest, One-Class SVM) for novel anomalies.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20+ Anomaly Types</a:t>
            </a:r>
            <a:r>
              <a:rPr sz="1200">
                <a:solidFill>
                  <a:srgbClr val="333333"/>
                </a:solidFill>
              </a:rPr>
              <a:t> — Loitering, running, violence, theft, abandoned objects, crowd panic, following, zone violations, queue jumping, and more.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Real-Time Alerting</a:t>
            </a:r>
            <a:r>
              <a:rPr sz="1200">
                <a:solidFill>
                  <a:srgbClr val="333333"/>
                </a:solidFill>
              </a:rPr>
              <a:t> — Email (SMTP), Slack, Discord, and Teams webhook integration with cooldown management to prevent alert fatigue.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Interactive Streamlit Dashboard</a:t>
            </a:r>
            <a:r>
              <a:rPr sz="1200">
                <a:solidFill>
                  <a:srgbClr val="333333"/>
                </a:solidFill>
              </a:rPr>
              <a:t> — 7-tab web interface with video upload, live camera, results visualization, event logs, zone drawing, and ML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Requirements (Hardware &amp; Software)</a:t>
            </a:r>
          </a:p>
          <a:p>
            <a:r>
              <a:rPr sz="1300" i="1">
                <a:solidFill>
                  <a:srgbClr val="D6E4F0"/>
                </a:solidFill>
              </a:rPr>
              <a:t>Tools and Environments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10/17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1A73E8"/>
                </a:solidFill>
              </a:rPr>
              <a:t>Hardware Requirements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Processor: Intel i5/i7 or AMD Ryzen 5+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RAM: 8 GB minimum (16 GB recommended)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GPU: NVIDIA GTX 1060+ (CUDA support)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Storage: 10 GB free disk space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Camera: USB webcam / IP camera (RTSP)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Network: Internet for alerts &amp; datasets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Display: 1080p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931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0D8A4E"/>
                </a:solidFill>
              </a:rPr>
              <a:t>Software Requirements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OS: Windows 10/11, Ubuntu 20.04+, macOS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Python: 3.8 or higher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PyTorch: 2.0+ (with CUDA for GPU)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Ultralytics YOLOv8: Latest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OpenCV: 4.8.0+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Streamlit: 1.28.0+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Scikit-learn: 1.3.0+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82296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sz="1300" b="1">
                <a:solidFill>
                  <a:srgbClr val="E86C00"/>
                </a:solidFill>
              </a:rPr>
              <a:t>Key Python Libraries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FilterPy 1.4.5+ (Kalman Filter)  |  SciPy 1.10.0+ (Hungarian Algorithm)  |  LAP 0.4.0+ (Linear Assignment)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Shapely 2.0.0+ (Polygon Operations)  |  Pandas 2.0.0+ (Data Analysis)  |  Matplotlib 3.7.0+ (Visualization)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NumPy 1.24.0+ (Numerical Computing)  |  Requests 2.31.0+ (HTTP/Webhooks)  |  Joblib 1.3.0+ (Model Serialization)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Streamlit-Drawable-Canvas 0.9.3+ (Zone Drawing UI)  |  GDown 4.7.0+ (Dataset Download)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Architecture of Proposed System</a:t>
            </a:r>
          </a:p>
          <a:p>
            <a:r>
              <a:rPr sz="1300" i="1">
                <a:solidFill>
                  <a:srgbClr val="D6E4F0"/>
                </a:solidFill>
              </a:rPr>
              <a:t>High-Level Flow of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11/17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7680960" cy="65836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INPUT LAYER</a:t>
            </a:r>
          </a:p>
          <a:p>
            <a:r>
              <a:rPr sz="1000">
                <a:solidFill>
                  <a:srgbClr val="E8E8E8"/>
                </a:solidFill>
              </a:rPr>
              <a:t>Video Files | Webcam | RTSP | HTTP Streams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97680" y="2075688"/>
            <a:ext cx="54864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212848"/>
            <a:ext cx="7680960" cy="6583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DETECTION LAYER</a:t>
            </a:r>
          </a:p>
          <a:p>
            <a:r>
              <a:rPr sz="1000">
                <a:solidFill>
                  <a:srgbClr val="E8E8E8"/>
                </a:solidFill>
              </a:rPr>
              <a:t>YOLOv8 Person Detection → Bounding Boxes + Confidence</a:t>
            </a:r>
          </a:p>
        </p:txBody>
      </p:sp>
      <p:sp>
        <p:nvSpPr>
          <p:cNvPr id="9" name="Down Arrow 8"/>
          <p:cNvSpPr/>
          <p:nvPr/>
        </p:nvSpPr>
        <p:spPr>
          <a:xfrm>
            <a:off x="4297680" y="2871215"/>
            <a:ext cx="54864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008376"/>
            <a:ext cx="7680960" cy="65836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TRACKING LAYER</a:t>
            </a:r>
          </a:p>
          <a:p>
            <a:r>
              <a:rPr sz="1000">
                <a:solidFill>
                  <a:srgbClr val="E8E8E8"/>
                </a:solidFill>
              </a:rPr>
              <a:t>Kalman Filter → Hungarian Matching → SORT Tracker → Track IDs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97680" y="3666744"/>
            <a:ext cx="54864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03904"/>
            <a:ext cx="7680960" cy="658368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FEATURE EXTRACTION</a:t>
            </a:r>
          </a:p>
          <a:p>
            <a:r>
              <a:rPr sz="1000">
                <a:solidFill>
                  <a:srgbClr val="E8E8E8"/>
                </a:solidFill>
              </a:rPr>
              <a:t>Speed | Direction | Trajectory | Loitering | Freezing | Oscillation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297680" y="4462272"/>
            <a:ext cx="54864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599432"/>
            <a:ext cx="7680960" cy="658368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ANOMALY DETECTION</a:t>
            </a:r>
          </a:p>
          <a:p>
            <a:r>
              <a:rPr sz="1000">
                <a:solidFill>
                  <a:srgbClr val="E8E8E8"/>
                </a:solidFill>
              </a:rPr>
              <a:t>Rule-Based + ML (Isolation Forest / SVM) + Zone + Violence + Theft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97680" y="5257800"/>
            <a:ext cx="54864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394959"/>
            <a:ext cx="7680960" cy="658368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ALERT &amp; OUTPUT</a:t>
            </a:r>
          </a:p>
          <a:p>
            <a:r>
              <a:rPr sz="1000">
                <a:solidFill>
                  <a:srgbClr val="E8E8E8"/>
                </a:solidFill>
              </a:rPr>
              <a:t>Email | Webhooks | CSV/JSON Logs | Annotated Video |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Modules in Proposed System</a:t>
            </a:r>
          </a:p>
          <a:p>
            <a:r>
              <a:rPr sz="1300" i="1">
                <a:solidFill>
                  <a:srgbClr val="D6E4F0"/>
                </a:solidFill>
              </a:rPr>
              <a:t>Breakdown of Functional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12/17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71600"/>
            <a:ext cx="26517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1A73E8"/>
                </a:solidFill>
              </a:rPr>
              <a:t>YOLOv8 Detector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Person detection with 5 model
variants (nano → xlarge)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71600"/>
            <a:ext cx="26517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2E7D32"/>
                </a:solidFill>
              </a:rPr>
              <a:t>SORT Tracker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Multi-object tracking with
Kalman Filter &amp; Hungarian Algo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371600"/>
            <a:ext cx="26517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E86C00"/>
                </a:solidFill>
              </a:rPr>
              <a:t>Feature Extractor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Speed, direction, trajectory,
loitering, freezing, oscillation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17520"/>
            <a:ext cx="26517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C62828"/>
                </a:solidFill>
              </a:rPr>
              <a:t>Rule-Based Detector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Threshold-based detection for
20+ anomaly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017520"/>
            <a:ext cx="26517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6A1B9A"/>
                </a:solidFill>
              </a:rPr>
              <a:t>ML Detector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Isolation Forest &amp; One-Class
SVM for novel anomalies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017520"/>
            <a:ext cx="26517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00697C"/>
                </a:solidFill>
              </a:rPr>
              <a:t>Zone Manager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Restricted zones, directional
flow, exit blocking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663440"/>
            <a:ext cx="26517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BF360C"/>
                </a:solidFill>
              </a:rPr>
              <a:t>Violence Detector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YOLOv8-pose based limb
velocity &amp; fight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663440"/>
            <a:ext cx="26517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2E7D32"/>
                </a:solidFill>
              </a:rPr>
              <a:t>Alert System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Email (SMTP), Slack, Discord,
Teams webhook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663440"/>
            <a:ext cx="26517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1200" b="1">
                <a:solidFill>
                  <a:srgbClr val="1A73E8"/>
                </a:solidFill>
              </a:rPr>
              <a:t>Streamlit Dashboard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333333"/>
                </a:solidFill>
              </a:rPr>
              <a:t>7-tab interactive web UI for
configuration &amp; visualization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Implementation</a:t>
            </a:r>
          </a:p>
          <a:p>
            <a:r>
              <a:rPr sz="1300" i="1">
                <a:solidFill>
                  <a:srgbClr val="D6E4F0"/>
                </a:solidFill>
              </a:rPr>
              <a:t>Data Collection, Preprocessing, Model, Integration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13/17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</a:rPr>
              <a:t>1. Data Collection: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Supports UCSD Pedestrian 2 (~500 MB) and CUHK Avenue (~2 GB) benchmark datasets.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Built-in DatasetDownloader with Google Drive integration (GDown).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Custom video upload (MP4, AVI, MOV, MKV) and live camera feeds.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</a:rPr>
              <a:t>2. Preprocessing: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Frame extraction at configurable FPS (5–30 FPS).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YOLOv8 person-class filtering (class 0) with confidence thresholds (0.3–0.8).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Bounding box extraction with NMS (Non-Maximum Suppression).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</a:rPr>
              <a:t>3. Model &amp; Detection Pipeline: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YOLOv8 detection → SORT tracking → Feature extraction → Anomaly classification.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Rule-based engine checks 20+ threshold conditions per frame.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ML models (Isolation Forest / One-Class SVM) trained on extracted features.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</a:rPr>
              <a:t>4. Integration &amp; Deployment: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Streamlit web app with 7 interactive tabs (app.py — 4,062 lines).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Alert system (email + webhooks) with cooldown management.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Output: annotated videos, CSV/JSON event logs, timeline plots.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Results &amp; Discussion</a:t>
            </a:r>
          </a:p>
          <a:p>
            <a:r>
              <a:rPr sz="1300" i="1">
                <a:solidFill>
                  <a:srgbClr val="D6E4F0"/>
                </a:solidFill>
              </a:rPr>
              <a:t>Accuracy Metrics, Performance, and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14/17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YOLOv8 Model Variant Performance: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822960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/>
            <a:r>
              <a:rPr sz="1100">
                <a:solidFill>
                  <a:srgbClr val="333333"/>
                </a:solidFill>
              </a:rPr>
              <a:t>YOLOv8n (Nano)   |   Size: 6 MB   |   Speed: ~25 FPS   |   Accuracy: ~90%   |   Real-time on 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50008"/>
            <a:ext cx="822960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/>
            <a:r>
              <a:rPr sz="1100">
                <a:solidFill>
                  <a:srgbClr val="333333"/>
                </a:solidFill>
              </a:rPr>
              <a:t>YOLOv8s (Small)   |   Size: 22 MB   |   Speed: ~20 FPS   |   Accuracy: ~92%   |   Balanced speed/accuracy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25496"/>
            <a:ext cx="822960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/>
            <a:r>
              <a:rPr sz="1100">
                <a:solidFill>
                  <a:srgbClr val="333333"/>
                </a:solidFill>
              </a:rPr>
              <a:t>YOLOv8m (Medium)   |   Size: 50 MB   |   Speed: ~15 FPS   |   Accuracy: ~93%   |   GPU recommended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00984"/>
            <a:ext cx="822960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/>
            <a:r>
              <a:rPr sz="1100">
                <a:solidFill>
                  <a:srgbClr val="333333"/>
                </a:solidFill>
              </a:rPr>
              <a:t>YOLOv8l (Large)   |   Size: 83 MB   |   Speed: ~12 FPS   |   Accuracy: ~94%   |   High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76472"/>
            <a:ext cx="822960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7432"/>
          <a:lstStyle/>
          <a:p>
            <a:pPr algn="ctr"/>
            <a:r>
              <a:rPr sz="1100">
                <a:solidFill>
                  <a:srgbClr val="333333"/>
                </a:solidFill>
              </a:rPr>
              <a:t>YOLOv8x (XLarge)   |   Size: 131 MB   |   Speed: ~8 FPS   |   Accuracy: ~95%+   |   Maximum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</a:rPr>
              <a:t>Key Results: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Loitering, running, and crowd detection achieve high reliability on UCSD Ped2 dataset.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Violence detection using YOLOv8-pose provides real-time aggression alerts.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ML-based detection (Isolation Forest) captures novel anomalies missed by rule-based engine.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System processes 640×480 video at 5–30 FPS depending on hardware and model choice.</a:t>
            </a:r>
          </a:p>
          <a:p>
            <a:pPr>
              <a:lnSpc>
                <a:spcPts val="1495"/>
              </a:lnSpc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▸  Alert latency: &lt; 2 seconds from anomaly detection to webhook/email notification.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Conclusion</a:t>
            </a:r>
          </a:p>
          <a:p>
            <a:r>
              <a:rPr sz="1300" i="1">
                <a:solidFill>
                  <a:srgbClr val="D6E4F0"/>
                </a:solidFill>
              </a:rPr>
              <a:t>Impact, Efficiency, and Achievement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15/17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NeuroVision successfully demonstrates that an affordable, intelligent, and comprehensive CCTV anomaly detection system can be built using open-source technologies.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</a:rPr>
              <a:t>Key Achievements: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Comprehensive Detection:</a:t>
            </a:r>
            <a:r>
              <a:rPr sz="1200">
                <a:solidFill>
                  <a:srgbClr val="333333"/>
                </a:solidFill>
              </a:rPr>
              <a:t> 20+ anomaly types covering individual behavior, group dynamics, spatial violations, and advanced scenarios (violence, theft, abandoned objects).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Real-Time Performance:</a:t>
            </a:r>
            <a:r>
              <a:rPr sz="1200">
                <a:solidFill>
                  <a:srgbClr val="333333"/>
                </a:solidFill>
              </a:rPr>
              <a:t> Achieves 5–30 FPS processing with support for live webcam, RTSP, and HTTP streams.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Hybrid Intelligence:</a:t>
            </a:r>
            <a:r>
              <a:rPr sz="1200">
                <a:solidFill>
                  <a:srgbClr val="333333"/>
                </a:solidFill>
              </a:rPr>
              <a:t> Combines rule-based detection for known patterns with trainable ML models for discovering novel anomalies.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Production-Ready:</a:t>
            </a:r>
            <a:r>
              <a:rPr sz="1200">
                <a:solidFill>
                  <a:srgbClr val="333333"/>
                </a:solidFill>
              </a:rPr>
              <a:t> Interactive Streamlit dashboard, automated alerts (email, Slack, Discord, Teams), structured event logging, and configurable zone management.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▸  </a:t>
            </a:r>
            <a:r>
              <a:rPr sz="1200" b="1">
                <a:solidFill>
                  <a:srgbClr val="333333"/>
                </a:solidFill>
              </a:rPr>
              <a:t>Accessible &amp; Open:</a:t>
            </a:r>
            <a:r>
              <a:rPr sz="1200">
                <a:solidFill>
                  <a:srgbClr val="333333"/>
                </a:solidFill>
              </a:rPr>
              <a:t> Built entirely with open-source libraries (PyTorch, YOLOv8, OpenCV, Scikit-learn), making it accessible to researchers, institutions, and businesses.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3276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73152"/>
            <a:ext cx="9089136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Future Scope</a:t>
            </a:r>
          </a:p>
          <a:p>
            <a:r>
              <a:rPr sz="1300" i="1">
                <a:solidFill>
                  <a:srgbClr val="D6E4F0"/>
                </a:solidFill>
              </a:rPr>
              <a:t>Hybrid Models and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NeuroVision  |  Real-Time CCTV Anomaly Detection System  |  Slide 16/17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1A73E8"/>
                </a:solidFill>
              </a:rPr>
              <a:t>Deep Learning Anomaly Models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Integrate autoencoders, GANs, or transformer-based
models for learned anomaly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41732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2E7D32"/>
                </a:solidFill>
              </a:rPr>
              <a:t>Multi-Camera Fusion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Track individuals across multiple camera feeds
with Re-Identification (ReID)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92608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E86C00"/>
                </a:solidFill>
              </a:rPr>
              <a:t>Edge Deployment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Optimize for NVIDIA Jetson, Raspberry Pi, and
other edge devices using TensorRT / ONNX.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92608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6A1B9A"/>
                </a:solidFill>
              </a:rPr>
              <a:t>Cloud-Scale Architecture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Microservices architecture with Kubernetes for
processing 100+ camera streams simultaneously.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43484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C62828"/>
                </a:solidFill>
              </a:rPr>
              <a:t>Advanced Behavior Analysis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Action recognition using video transformers
(TimeSformer, VideoMAE) for complex activities.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443484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00697C"/>
                </a:solidFill>
              </a:rPr>
              <a:t>Integration &amp; APIs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</a:rPr>
              <a:t>REST API for third-party integration, mobile app
alerts, and VMS (Video Management System) plugins.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spcAft>
                <a:spcPts val="400"/>
              </a:spcAft>
            </a:pPr>
            <a:r>
              <a:rPr sz="2200">
                <a:solidFill>
                  <a:srgbClr val="D6E4F0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NeuroVision — Real-Time CCTV Anomaly Detection System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Team Members:  [Your Names Here]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Guide:  [Guide Name &amp; Designation]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Department of Computer Science &amp; Engineering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[Your College/University Name]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